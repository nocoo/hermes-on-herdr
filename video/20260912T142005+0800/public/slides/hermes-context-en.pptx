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Hermes on Herdr.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independent Hermes can receive your messages. But it does not automatically inherit your Herdr session's pane, socket, or caller context.
An external instance needs those relationships configured separately.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trust brilliant coding partners: Codex, Grok, Pi, Claude Code. As your workflow grows, coordination becomes the job.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plugin makes the link explicit. Choose a dedicated Hermes profile you trust, and bind it to your current Herdr session.
Existing configured profile · explicit owner binding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Hermes becomes your M2, with full Herdr control in the bound session. It manages Herdr. Herdr coordinates your coding agents.
Full control of the bound session, under Herdr and plugin checks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Hermes already supports Discord, Telegram, and Slack. Configure a channel to reach your M2 from outside, while Herdr control stays local.
Discord connectivity recorded; Telegram / Slack integration unverified. Illustrative workflow · fresh end-to-end control not verified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SSH. No remote desktop. No VPN or exposed Herdr control port. Keep the host, Herdr, and gateway online.
Configure channel access; messaging and model services must be reachable.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plugin ties the dedicated gateway to Herdr's lifecycle. Pause stays paused until you resume. The monitor TUI shows its state.
Native monitor · offline demo data Lifecycle is implemented; full cold-start / exit integration remains unverified.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Herdr and plugin boundaries still apply. Session binding is not an operating-system sandbox. Same-user terminal permissions remain broad.
No arbitrary external authorization · No public control plane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system manage the talent. Keep your judgment. Take your weekend back.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Hermes on Herdr. By Hexly AI.
Source: https://github.com/nocoo/hermes-on-herdr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ontext is contro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essages ≠ contro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rilliant agent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hoose. Trust. Connec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Your manager’s manag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 familiar channe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No SSH requir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Visible. Pausable. Your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Your profile. Your sess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ake your weekend back.">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ermes on herd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is control · hermes on herdr</dc:title>
  <dc:subject>English film keyframes with editable native speaker notes</dc:subject>
  <dc:creator>Hexly AI</dc:creator>
  <cp:lastModifiedBy>Hexly AI</cp:lastModifiedBy>
  <cp:revision>1</cp:revision>
  <dcterms:created xsi:type="dcterms:W3CDTF">2026-09-12T07:34:36Z</dcterms:created>
  <dcterms:modified xsi:type="dcterms:W3CDTF">2026-09-12T07:34:36Z</dcterms:modified>
</cp:coreProperties>
</file>